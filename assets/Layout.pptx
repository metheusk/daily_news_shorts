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F60EF-8A30-D893-9A0A-25FA5DF2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63257B-9DBE-58E7-771E-82B72450B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9D7D0C-F681-F8AB-8AF2-A8885267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7495D-3231-4EBF-2274-44DBB6FF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BD08D5-2DEA-58F2-B858-D01D87C0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01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A0C507-8A64-74EC-6819-CDEB70E2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AFF90-5FE8-0A3B-059B-1DADD87A2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B4F38B-EC4B-2B66-9E32-C4673160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C0552-50A7-9813-2B40-A2121445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F651C7-DB60-CC79-5AF3-D429B52A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11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464A3-85CD-6E40-BD2D-ADB11BB98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87DB8-77B0-7451-EA43-E423C4069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07EDDB-626D-C578-12B5-9708C48A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6EE303-A33C-0914-CC99-FC9A3A4D9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ADF75B-3571-3307-99A2-2F1CD178B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574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DE272-7083-1D25-4BB5-70E8120DC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C53A52-FEF2-0F1B-C216-4DE8627DF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369F7-3DDC-2DAA-CA12-82E097AEC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0589F5-36A8-F24C-6B12-3D219E2B5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B6A781-D0D8-2E66-5A75-61DC48300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55F8E8-C081-9AF7-4B6D-BDE46CBF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15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F302E-8C0B-7AF9-6321-6BDE0D388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2FF8A3-E87A-0146-130F-2963EBE03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BAC71A-CFDD-8C97-FEAA-D1316C632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719C90-8433-794D-8A68-97F538CD9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075B49-4782-F617-EB72-2419871A1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1A7452-92B6-E843-AF8E-9EA8F11C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BC4261-126D-3F6F-6790-7C833CDB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E722C-39FC-68F7-B8D0-4F561FE6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21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9F5D2C-472D-1F43-D989-9CEF0F96F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DE0CDC-94F0-E7F4-DC1F-675CE7EF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D23DFF-49FB-E71D-E2DD-F0E010A7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4709FC-7749-C159-358F-4284DF647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41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D3C3C7-CD70-43D0-B3CB-F061A561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CC2854E-9A0F-3C39-CCEA-50C1F597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DEB09A-FB3D-B3C0-2539-CBD10B93A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58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98DFB-3AE2-4239-2386-DE5A80B1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19F5F-80AA-E852-7622-C4C5F4B02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014F4F-9CD9-5528-EA06-C4099252D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A02FD2-9358-5C6C-0559-17EC784A5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D716F-D9E5-5C6B-FC7B-5D3D7355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9BD424-72C6-3C10-BF60-1A9BA634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51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CE4F4-A225-5D44-D258-FD41CE51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C69570-782A-189E-F695-6D6F1526C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87B7C8-8D7E-9ACB-FCF6-BFA9C7DBD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3A199B-0DCC-7C89-80EA-1BFCAA80B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2245896-2155-6DC2-8DCF-9860E0031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BFF9E8-09B2-D051-8688-18AAA125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93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4F29A-4E3A-824E-87CC-79B6A5AC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084D27-E026-B628-3FAA-10782A92D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A57AA-A938-5868-C13D-4D4A41BE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781A3B-FD39-EA5F-0523-22F2B959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E9590-EBC9-105E-E8F2-9CB9446B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403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CA3C829-ED11-9C13-9BA0-4FA06AD81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FD5758-F04C-148E-8B37-2CFAD1C2B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1A41B-9B94-6D2E-1CBF-2A70EF0E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58C8D7-F1CF-B6EB-9ABD-3C0F070B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EC2CF7-C4DB-9A03-D369-8E413F802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39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2E5DCF-A85B-0034-0C1C-52A032E08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AA1AB0-B4B5-1983-DA1E-0C02BBBBA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385861-CE91-5AAD-32C8-DE81842E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E0590-6F9E-4F25-B4D4-1A0B43F3CFFA}" type="datetimeFigureOut">
              <a:rPr lang="ko-KR" altLang="en-US" smtClean="0"/>
              <a:t>2026-02-05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FF157-9AAE-44F7-F286-23AFCC534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177443-2E02-9814-059B-DA6E48FC1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6E8EA-7DE7-4BC6-827D-3A3C401703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1806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726BF77-D7D6-4590-C46D-E3A30CB878E0}"/>
              </a:ext>
            </a:extLst>
          </p:cNvPr>
          <p:cNvSpPr/>
          <p:nvPr/>
        </p:nvSpPr>
        <p:spPr>
          <a:xfrm>
            <a:off x="4026090" y="511791"/>
            <a:ext cx="3104865" cy="59640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91CC25-7CE8-A41D-2725-D98110C6ED4B}"/>
              </a:ext>
            </a:extLst>
          </p:cNvPr>
          <p:cNvSpPr/>
          <p:nvPr/>
        </p:nvSpPr>
        <p:spPr>
          <a:xfrm>
            <a:off x="4026090" y="511791"/>
            <a:ext cx="3104865" cy="63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Daily </a:t>
            </a:r>
            <a:r>
              <a:rPr lang="en-US" altLang="ko-KR" dirty="0" err="1"/>
              <a:t>Semicon</a:t>
            </a:r>
            <a:r>
              <a:rPr lang="en-US" altLang="ko-KR" dirty="0"/>
              <a:t> News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CD0907-993D-0333-17B3-8495955A1D8B}"/>
              </a:ext>
            </a:extLst>
          </p:cNvPr>
          <p:cNvSpPr/>
          <p:nvPr/>
        </p:nvSpPr>
        <p:spPr>
          <a:xfrm>
            <a:off x="4026090" y="1485900"/>
            <a:ext cx="3104865" cy="2444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E0E85-C441-50A7-2CE9-44CDF258B9B4}"/>
              </a:ext>
            </a:extLst>
          </p:cNvPr>
          <p:cNvSpPr txBox="1"/>
          <p:nvPr/>
        </p:nvSpPr>
        <p:spPr>
          <a:xfrm>
            <a:off x="4983647" y="51181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Narations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38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김현명[ 학부졸업 / 전기전자공학부 ]</dc:creator>
  <cp:lastModifiedBy>김현명[ 학부졸업 / 전기전자공학부 ]</cp:lastModifiedBy>
  <cp:revision>1</cp:revision>
  <dcterms:created xsi:type="dcterms:W3CDTF">2026-02-05T13:49:40Z</dcterms:created>
  <dcterms:modified xsi:type="dcterms:W3CDTF">2026-02-05T13:59:39Z</dcterms:modified>
</cp:coreProperties>
</file>